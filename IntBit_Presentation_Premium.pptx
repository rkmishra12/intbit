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8FAFC"/>
                </a:solidFill>
                <a:latin typeface="Segoe UI"/>
              </a:defRPr>
            </a:pPr>
            <a:r>
              <a:t>IntBit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Segoe UI"/>
              </a:defRPr>
            </a:pPr>
            <a:r>
              <a:t>Full-Stack Interview Platform</a:t>
            </a:r>
            <a:br/>
            <a:br/>
            <a:r>
              <a:t>A Real-Time, Interactive Coding Interview &amp; Assessment System</a:t>
            </a:r>
            <a:br/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Technical interviews often require multiple fragmented tools (video call, shared docs, local editor).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Recruiter-candidate friction arises from setting up coding environments quickly.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Lack of integrated platforms with both video conferencing and secure executable coding.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Difficulty in automatically evaluating code against specific test cases during a live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The Proposed Solution (IntBit)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An all-in-one web application to streamline the technical interview process.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Combines real-time communication with a VSCode-powered in-browser IDE.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Supports live code execution and automated test case validation.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Target Audience: Recruiters, hiring managers, and students practicing for interviews.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Core Features: The Interview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Video Interview Rooms: 1-on-1 secured rooms with mic/camera toggle and screen sharing.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Room Locking: Restricts access to exactly 2 participants ensuring privacy.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VSCode-Powered Editor: Familiar, feature-rich code editing experience in the browser.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Real-Time Chat: Integrated instant messaging alongside the video and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Core Features: Evaluation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Secure Code Execution: Runs untrusted code in an isolated environment safely.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Automated Feedback: Evaluates candidate code instantly against predefined test cases.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Engagement UI: Confetti on success and real-time failure notifications.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Solo Practice Mode: Allows users to solve problems outside of live interviews.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Dashboard: Live statistics and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Frontend (Client): Handles UI, streaming video/audio, and active code editor.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Backend (Server): Manages room states, auth validation, and proxies code tasks.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Database: Stores user profiles, problems, test cases, and session histories.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Background Workers: Asynchronous task processing (e.g., job queues).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Technical Stack (Frontend)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Framework: React.js (via Vite) for optimal performance.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Data Fetching: TanStack Query for caching and asynchronous state management.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Styling: Modern CSS / Tailwind for a responsive and premium UI.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Editor Integration: Monaco Editor embedded directly into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Technical Stack (Backend &amp; Database)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Runtime: Node.js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Framework: Express.js for REST API endpoints.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Database: MongoDB (NoSQL) for flexible schema design.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Asynchronous Jobs: Inngest for handling background tasks without blocking the main event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Key Integrations &amp; Cloud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Clerk: Secure, modern user authentication and authorization.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Stream API: Powers WebRTC logic for low-latency 1-on-1 video and audio routing.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Deployment Environment: Sevalla (Cloud hosting for full-stack applications).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Theoretical Focus: Secure Code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Concept: Remote Code Execution (RCE) is inherently dangerous if not sandboxed.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Mechanism: Code is captured in frontend and sent via REST API.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Execution: Runs in a secure, isolated container preventing system access.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Evaluation: stdout/stderr returned and compared against expected test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Real-Time Communication (WebRTC)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Concept: Traditional HTTP is too slow for live video and collaborative tools.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Implementation: WebRTC/WebSocket protocols (via Stream API) for peer-to-peer data.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Impact: Ensures video framing, chat, and room states sync in milliseconds.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Multi-Language Support: Expand secure execution for Python, Java, C++, etc.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AI Integration: Automated hint generation or AI code reviewer.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Collaborative Editing: Implement Operational Transformation/CRDTs for simultaneous typing.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Session Replay: Record keystrokes and video to playback interviews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7315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IntBit bridges the gap between hiring systems and technical execution environments.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Combines modern web frameworks (React, Node) with powerful APIs (Clerk, Stream).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Creates a seamless, secure, and highly interactive technical interview experience.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600">
                <a:solidFill>
                  <a:srgbClr val="94A3B8"/>
                </a:solidFill>
                <a:latin typeface="Segoe UI"/>
              </a:defRPr>
            </a:pPr>
            <a:r>
              <a:t>•  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