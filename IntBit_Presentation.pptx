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IntBit - Full-Stack Interview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Real-Time, Interactive Coding Interview &amp; Assessment System</a:t>
            </a:r>
          </a:p>
          <a:p>
            <a:r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interviews often require multiple fragmented tools (video call, shared docs, local editor).</a:t>
            </a:r>
          </a:p>
          <a:p>
            <a:r>
              <a:t>Recruiter-candidate friction arises from setting up coding environments quickly.</a:t>
            </a:r>
          </a:p>
          <a:p>
            <a:r>
              <a:t>Lack of integrated platforms with both video conferencing and secure executable coding.</a:t>
            </a:r>
          </a:p>
          <a:p>
            <a:r>
              <a:t>Difficulty in automatically evaluating code against specific test cases during a live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Proposed Solution (IntBit)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all-in-one web application to streamline the technical interview process.</a:t>
            </a:r>
          </a:p>
          <a:p>
            <a:r>
              <a:t>Combines real-time communication with a VSCode-powered in-browser IDE.</a:t>
            </a:r>
          </a:p>
          <a:p>
            <a:r>
              <a:t>Supports live code execution and automated test case validation.</a:t>
            </a:r>
          </a:p>
          <a:p>
            <a:r>
              <a:t>Target Audience: Recruiters, hiring managers, and students practicing for interviews.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Features: The Interview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 Interview Rooms: 1-on-1 secured rooms with mic/camera toggle and screen sharing.</a:t>
            </a:r>
          </a:p>
          <a:p>
            <a:r>
              <a:t>Room Locking: Restricts access to exactly 2 participants ensuring privacy.</a:t>
            </a:r>
          </a:p>
          <a:p>
            <a:r>
              <a:t>VSCode-Powered Editor: Familiar, feature-rich code editing experience in the browser.</a:t>
            </a:r>
          </a:p>
          <a:p>
            <a:r>
              <a:t>Real-Time Chat: Integrated instant messaging alongside the video and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Features: Evaluation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Code Execution: Runs untrusted code in an isolated environment safely.</a:t>
            </a:r>
          </a:p>
          <a:p>
            <a:r>
              <a:t>Automated Feedback: Evaluates candidate code instantly against predefined test cases.</a:t>
            </a:r>
          </a:p>
          <a:p>
            <a:r>
              <a:t>Engagement UI: Confetti on success and real-time failure notifications.</a:t>
            </a:r>
          </a:p>
          <a:p>
            <a:r>
              <a:t>Solo Practice Mode: Allows users to solve problems outside of live interviews.</a:t>
            </a:r>
          </a:p>
          <a:p>
            <a:r>
              <a:t>Dashboard: Live statistics and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(Client): Handles UI, streaming video/audio, and active code editor.</a:t>
            </a:r>
          </a:p>
          <a:p>
            <a:r>
              <a:t>Backend (Server): Manages room states, auth validation, and proxies code tasks.</a:t>
            </a:r>
          </a:p>
          <a:p>
            <a:r>
              <a:t>Database: Stores user profiles, problems, test cases, and session histories.</a:t>
            </a:r>
          </a:p>
          <a:p>
            <a:r>
              <a:t>Background Workers: Asynchronous task processing (e.g., job queues).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 (Frontend)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Framework: React.js (via Vite) for optimal performance.</a:t>
            </a:r>
          </a:p>
          <a:p>
            <a:r>
              <a:t>Data Fetching: TanStack Query for caching and asynchronous state management.</a:t>
            </a:r>
          </a:p>
          <a:p>
            <a:r>
              <a:t>Styling: Modern CSS / Tailwind for a responsive and premium UI.</a:t>
            </a:r>
          </a:p>
          <a:p>
            <a:r>
              <a:t>Editor Integration: Monaco Editor embedded directly into the browser.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 (Backend &amp; Database)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Runtime: Node.js</a:t>
            </a:r>
          </a:p>
          <a:p>
            <a:r>
              <a:t>Framework: Express.js for REST API endpoints.</a:t>
            </a:r>
          </a:p>
          <a:p>
            <a:r>
              <a:t>Database: MongoDB (NoSQL) for flexible schema design.</a:t>
            </a:r>
          </a:p>
          <a:p>
            <a:r>
              <a:t>Asynchronous Jobs: Inngest for handling background tasks without blocking the main event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Integrations &amp; Cloud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Clerk: Secure, modern user authentication and authorization.</a:t>
            </a:r>
          </a:p>
          <a:p>
            <a:r>
              <a:t>Stream API: Powers WebRTC logic for low-latency 1-on-1 video and audio routing.</a:t>
            </a:r>
          </a:p>
          <a:p>
            <a:r>
              <a:t>Deployment Environment: Sevalla (Cloud hosting for full-stack applications).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Focus: Secure Code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 Remote Code Execution (RCE) is inherently dangerous if not sandboxed.</a:t>
            </a:r>
          </a:p>
          <a:p>
            <a:r>
              <a:t>Mechanism: Code is captured in frontend and sent via REST API.</a:t>
            </a:r>
          </a:p>
          <a:p>
            <a:r>
              <a:t>Execution: Runs in a secure, isolated container preventing system access.</a:t>
            </a:r>
          </a:p>
          <a:p>
            <a:r>
              <a:t>Evaluation: stdout/stderr returned and compared against expected test cases.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Communication (WebRTC)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 Traditional HTTP is too slow for live video and collaborative tools.</a:t>
            </a:r>
          </a:p>
          <a:p>
            <a:r>
              <a:t>Implementation: WebRTC/WebSocket protocols (via Stream API) for peer-to-peer data.</a:t>
            </a:r>
          </a:p>
          <a:p>
            <a:r>
              <a:t>Impact: Ensures video framing, chat, and room states sync in milliseconds.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Multi-Language Support: Expand secure execution for Python, Java, C++, etc.</a:t>
            </a:r>
          </a:p>
          <a:p>
            <a:r>
              <a:t>AI Integration: Automated hint generation or AI code reviewer.</a:t>
            </a:r>
          </a:p>
          <a:p>
            <a:r>
              <a:t>Collaborative Editing: Implement Operational Transformation/CRDTs for simultaneous typing.</a:t>
            </a:r>
          </a:p>
          <a:p>
            <a:r>
              <a:t>Session Replay: Record keystrokes and video to playback interviews later.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IntBit bridges the gap between hiring systems and technical execution environments.</a:t>
            </a:r>
          </a:p>
          <a:p>
            <a:r>
              <a:t>Combines modern web frameworks (React, Node) with powerful APIs (Clerk, Stream).</a:t>
            </a:r>
          </a:p>
          <a:p>
            <a:r>
              <a:t>Creates a seamless, secure, and highly interactive technical interview experience.</a:t>
            </a:r>
          </a:p>
          <a:p>
            <a:r>
              <a:t>Thank You!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